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9" r:id="rId4"/>
    <p:sldId id="260" r:id="rId5"/>
    <p:sldId id="259" r:id="rId6"/>
    <p:sldId id="261" r:id="rId7"/>
    <p:sldId id="280" r:id="rId8"/>
    <p:sldId id="281" r:id="rId9"/>
    <p:sldId id="282" r:id="rId10"/>
    <p:sldId id="283" r:id="rId11"/>
    <p:sldId id="262" r:id="rId12"/>
    <p:sldId id="263" r:id="rId13"/>
    <p:sldId id="264" r:id="rId14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C9E53-B7E4-4902-A0AC-4EB6C425183C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AF56A-2CBF-4093-82B2-371084897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71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F01D1-E705-4656-A918-71E0035DA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5289B-2362-4B48-9D76-97EB3244D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431EC-DCB7-41B7-96AB-60B432632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CDD5A-A699-464F-935D-C03B6C041462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B118E-9D59-4504-907C-DFBFDEB1E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CE964-3EC8-402F-8C86-DF82EF2C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27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617E5-754C-4FAF-AEB6-75096115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74B7E-33EE-4498-AF4D-83361322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83E68-005B-46E0-89CF-CE80E55C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389C-E22E-4D2D-8A57-FFF16E88D45B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840E1-6AE7-408B-AF10-0F069D71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19B87-4FAF-412C-A681-5C603B9B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31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A4F6-BAD7-437C-B2A1-FEF7CE6D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43532-B905-4F80-BC98-AE0360CA8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31391-93CC-4B0D-AB03-D274C2D6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9C456-4C25-4490-BDB4-9B1579FF708A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AC503-CEFC-42E8-8F67-32CEA6FB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78CE0-2BB3-416C-94A4-7C83B3D9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34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49118-3DC1-45EB-A8AC-774D1886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2B2A5-9C57-4A49-9147-F065AE295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23FCE-4166-4393-98BE-78E0D3CFB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A550B-17FC-4172-8FE5-6B43BB40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0925E-3D46-4931-8922-4553DFBFD276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44D6C-1922-4A3F-913E-49A85979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74925-56E1-4080-A20C-BD522222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88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2272B-DFD1-451E-8FB8-BC7AF781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6EC6F-6FB0-4FC0-8C27-01FEB76CE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0CC5F-9BF2-4BE2-9CCC-27F9F2D53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27579F-09FB-4ACA-89E8-310DB7E69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C63AC-5ECC-4465-A0E1-FE1D3289C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3877B6-2AF5-41C2-95ED-5972E749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3382-936B-4139-9692-36A11D876D12}" type="datetime1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088C15-E170-4B3F-A60A-B40FC33F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1D98D-D9A8-4F80-B3FC-9AC34E54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51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3B47-26CD-41C0-B440-ECA8C905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259091-F4C6-44AA-9665-38EAED53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47151-68CC-46FD-90D4-2F9390F25482}" type="datetime1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4C0E6-E1CD-481C-AC1A-F057C2F2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51EC9-868D-41B5-8BF2-880A6BEF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735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8A2DF-2791-4318-8FB1-C8B289F9D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EC6F-B3BA-487C-BFC9-31F81D1507CC}" type="datetime1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23D96-F124-4F4E-B723-F01DB5A0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10B1F-92EA-4E9C-8AAC-FAC00DF9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17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B63A-5EF1-4E81-A814-93E32DFA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16F1E-7236-46E2-8E55-1A4AC8E1D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DAEC3-23D8-46BA-B4F2-B6F4E90B6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D380B-872E-424F-BA59-858F12B7C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F5A7A-0A1A-481A-A66B-C9ABE28E858D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CCF02-25DC-4400-A051-271C90EE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5EBFE-51C3-468C-ACC5-092444E8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18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CA53-BBA8-449D-9555-78EAA702C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9DD1F-14DA-4F27-A8DC-136248AE8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8B63F-DDC8-4C25-B898-EBC5DD921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297D-033B-4462-88F9-C81412DE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C4D7-A4F7-420F-94EF-A939A86D9E5B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579B9-41CC-4CB6-A965-F2CF9B6F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84E94-21EC-4769-A93E-5FB9611A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31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F0E5-2249-4908-B7BD-28D897FD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F435F-9716-456B-ACD4-55D7786E5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EF7EB-3A97-4C95-862D-8F857466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71CD-C8D4-4421-8718-17F87F84FA88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4CC87-8732-444D-9F33-E8565D7B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40A40-A595-4A12-8BF5-ED5F06DE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81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224B07-B1DB-49F3-8BA7-D4A8BDA62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C8B50-3BA6-42C1-85D8-DA8F33CB2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8B886-FB00-400A-8990-4F55A65C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7664-8265-4FC9-8741-04108820C3FE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B4D31-ACD5-4083-B33C-1A8D4D85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1A380-0B01-490A-B410-A6A828BB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1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F98A44-5227-4C48-87DC-C67448FE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92986-F64B-42E6-BE04-EC0B65406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E2F2A-4451-4F31-909A-199DEBBBF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94C3D-1FB3-4030-85C3-22908444AF10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A1C70-D465-4F1F-B8BB-DC271CB5A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Electronics &amp; Communication Engg., MANIT, Bhopal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42A82-7D3C-4725-98C3-801D6C724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FAF6A-4925-4D1E-8078-ECEA64474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31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9F7857-AC26-4304-B66E-73394F616961}"/>
              </a:ext>
            </a:extLst>
          </p:cNvPr>
          <p:cNvSpPr/>
          <p:nvPr/>
        </p:nvSpPr>
        <p:spPr>
          <a:xfrm>
            <a:off x="231006" y="384779"/>
            <a:ext cx="117331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Topic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7B8CD9-3D1F-483D-BBEB-6A8D39DAF6DE}"/>
              </a:ext>
            </a:extLst>
          </p:cNvPr>
          <p:cNvSpPr/>
          <p:nvPr/>
        </p:nvSpPr>
        <p:spPr>
          <a:xfrm>
            <a:off x="7804538" y="3148779"/>
            <a:ext cx="353793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</a:t>
            </a:fld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7B8CD9-3D1F-483D-BBEB-6A8D39DAF6DE}"/>
              </a:ext>
            </a:extLst>
          </p:cNvPr>
          <p:cNvSpPr/>
          <p:nvPr/>
        </p:nvSpPr>
        <p:spPr>
          <a:xfrm>
            <a:off x="849531" y="3148779"/>
            <a:ext cx="384893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Coordinator</a:t>
            </a:r>
          </a:p>
          <a:p>
            <a:pPr lvl="0" algn="ctr"/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363D2-DB0D-4A10-B437-643F7DD8D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93537" y="3206293"/>
            <a:ext cx="2204923" cy="220492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F246CD6-8FEB-449A-9003-1A6A02E3DB5C}"/>
              </a:ext>
            </a:extLst>
          </p:cNvPr>
          <p:cNvSpPr/>
          <p:nvPr/>
        </p:nvSpPr>
        <p:spPr>
          <a:xfrm>
            <a:off x="0" y="5494960"/>
            <a:ext cx="12192000" cy="1260858"/>
          </a:xfrm>
          <a:prstGeom prst="rect">
            <a:avLst/>
          </a:prstGeom>
          <a:solidFill>
            <a:srgbClr val="A50021"/>
          </a:soli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500" b="1" dirty="0">
              <a:solidFill>
                <a:schemeClr val="bg1"/>
              </a:solidFill>
              <a:highlight>
                <a:srgbClr val="82001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AMRITA VISHWA VIDYAPEETHAM, DELHI NCR, FARIDABAD</a:t>
            </a:r>
            <a:endParaRPr lang="en-IN" sz="2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Data Science (AIDS)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endParaRPr lang="en-IN" sz="500" b="1" dirty="0">
              <a:solidFill>
                <a:schemeClr val="bg1"/>
              </a:solidFill>
              <a:highlight>
                <a:srgbClr val="820019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D2DAAE-74B7-4680-BB4D-D5C691249BAF}"/>
              </a:ext>
            </a:extLst>
          </p:cNvPr>
          <p:cNvSpPr/>
          <p:nvPr/>
        </p:nvSpPr>
        <p:spPr>
          <a:xfrm>
            <a:off x="7700210" y="3647697"/>
            <a:ext cx="418698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(Roll No.)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(Roll No.)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(Roll No.)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(Roll No.)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 (Roll No.)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1C5D32-BE35-4980-8AD8-4602B7073937}"/>
              </a:ext>
            </a:extLst>
          </p:cNvPr>
          <p:cNvSpPr/>
          <p:nvPr/>
        </p:nvSpPr>
        <p:spPr>
          <a:xfrm>
            <a:off x="229400" y="1692210"/>
            <a:ext cx="1173319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(AIDS/ AIDS (ME))</a:t>
            </a:r>
          </a:p>
          <a:p>
            <a:pPr algn="ctr"/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UG-II (II/IV-Semester)</a:t>
            </a:r>
            <a:endParaRPr lang="en-IN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622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2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ED3DBC-22DE-4A82-AEE4-12319751E610}"/>
              </a:ext>
            </a:extLst>
          </p:cNvPr>
          <p:cNvSpPr/>
          <p:nvPr/>
        </p:nvSpPr>
        <p:spPr>
          <a:xfrm>
            <a:off x="285898" y="1104622"/>
            <a:ext cx="1166226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and Technologies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setup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scope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B24E1-EFE8-4D6C-A0BF-6C337B6CDBE1}"/>
              </a:ext>
            </a:extLst>
          </p:cNvPr>
          <p:cNvSpPr txBox="1"/>
          <p:nvPr/>
        </p:nvSpPr>
        <p:spPr>
          <a:xfrm>
            <a:off x="1141941" y="420286"/>
            <a:ext cx="610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CONTENTS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16CB7D16-D977-46B5-BBD4-054E93AC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F60880-C49B-4910-AA31-4A863CB77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2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7DD2-DB07-A0D6-2477-3B29187D7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1CF24-B971-CBFF-0568-D5431041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0729FB-B169-BF4E-15A2-C21E69787699}"/>
              </a:ext>
            </a:extLst>
          </p:cNvPr>
          <p:cNvSpPr txBox="1"/>
          <p:nvPr/>
        </p:nvSpPr>
        <p:spPr>
          <a:xfrm>
            <a:off x="1180444" y="420286"/>
            <a:ext cx="9772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(Font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586D3F-CFEB-588C-6A57-E6CA6C04CBF4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A79684F-D9BF-C1FC-9FB2-66E7E479F2E8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FD9A56E-4F97-9A5C-1C8F-74CFF507ADBC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DC662D4-09F8-31FE-4DBC-9CCC617B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7B746D-9102-FAC7-78A0-449051F88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75B423-21FE-AE93-5336-E547BBA30173}"/>
              </a:ext>
            </a:extLst>
          </p:cNvPr>
          <p:cNvSpPr txBox="1"/>
          <p:nvPr/>
        </p:nvSpPr>
        <p:spPr>
          <a:xfrm>
            <a:off x="365760" y="1375968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Describe the engineering problem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Explain why it is important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Mention real-world applications, statistics, etc.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6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B24E1-EFE8-4D6C-A0BF-6C337B6CDBE1}"/>
              </a:ext>
            </a:extLst>
          </p:cNvPr>
          <p:cNvSpPr txBox="1"/>
          <p:nvPr/>
        </p:nvSpPr>
        <p:spPr>
          <a:xfrm>
            <a:off x="1180444" y="420286"/>
            <a:ext cx="6106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Review (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B314557-CE86-4F11-8AB0-0FF019C9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9453CB-B78C-4457-AD4D-A05E8BA7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97B15C-E402-6A2C-6000-D46DF40871F5}"/>
              </a:ext>
            </a:extLst>
          </p:cNvPr>
          <p:cNvSpPr txBox="1"/>
          <p:nvPr/>
        </p:nvSpPr>
        <p:spPr>
          <a:xfrm>
            <a:off x="577269" y="126824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Paper / System 1 – Method – Limitation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Paper / System 2 – Method – Limitation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Paper / System 3 – Method – Limitation</a:t>
            </a:r>
          </a:p>
        </p:txBody>
      </p:sp>
    </p:spTree>
    <p:extLst>
      <p:ext uri="{BB962C8B-B14F-4D97-AF65-F5344CB8AC3E}">
        <p14:creationId xmlns:p14="http://schemas.microsoft.com/office/powerpoint/2010/main" val="79963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B24E1-EFE8-4D6C-A0BF-6C337B6CDBE1}"/>
              </a:ext>
            </a:extLst>
          </p:cNvPr>
          <p:cNvSpPr txBox="1"/>
          <p:nvPr/>
        </p:nvSpPr>
        <p:spPr>
          <a:xfrm>
            <a:off x="1180444" y="420286"/>
            <a:ext cx="9772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Objective of the Project (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29250C7A-F039-43BA-807B-A2C20BBA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F080FF-9C64-4CA6-B9B8-6689260DC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600CE3-A9E8-3914-4A14-61F8238C3E22}"/>
              </a:ext>
            </a:extLst>
          </p:cNvPr>
          <p:cNvSpPr txBox="1"/>
          <p:nvPr/>
        </p:nvSpPr>
        <p:spPr>
          <a:xfrm>
            <a:off x="365760" y="13759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dirty="0"/>
              <a:t>Objective 1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dirty="0"/>
              <a:t>Objective 2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</a:defRPr>
            </a:pPr>
            <a:r>
              <a:rPr lang="en-US" dirty="0"/>
              <a:t>Objective 3</a:t>
            </a:r>
          </a:p>
        </p:txBody>
      </p:sp>
    </p:spTree>
    <p:extLst>
      <p:ext uri="{BB962C8B-B14F-4D97-AF65-F5344CB8AC3E}">
        <p14:creationId xmlns:p14="http://schemas.microsoft.com/office/powerpoint/2010/main" val="427705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B24E1-EFE8-4D6C-A0BF-6C337B6CDBE1}"/>
              </a:ext>
            </a:extLst>
          </p:cNvPr>
          <p:cNvSpPr txBox="1"/>
          <p:nvPr/>
        </p:nvSpPr>
        <p:spPr>
          <a:xfrm>
            <a:off x="1180444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Proposed Methodology (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6DDDB2C-2E5E-4C7E-AC6C-BFBF3AB412CF}"/>
              </a:ext>
            </a:extLst>
          </p:cNvPr>
          <p:cNvSpPr txBox="1"/>
          <p:nvPr/>
        </p:nvSpPr>
        <p:spPr>
          <a:xfrm>
            <a:off x="396241" y="1369150"/>
            <a:ext cx="11385856" cy="3303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Explain the proposed solution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Include system architecture or block diagram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Describe working principle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Step 1 – Data collection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Step 2 – Preprocessing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Step 3 – Model / System development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Step 4 – Testing and evaluation</a:t>
            </a:r>
          </a:p>
          <a:p>
            <a:pPr>
              <a:lnSpc>
                <a:spcPct val="2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B9C29719-C192-4010-8F70-EBE1E066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9E0FE1-17DB-4035-B5FC-C05C4BD59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4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7A01-3FC2-02AD-0F54-55A22D26C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486B-C201-CB9D-3DF1-389481BB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F338B-A63F-DABC-08DF-F29DF264C816}"/>
              </a:ext>
            </a:extLst>
          </p:cNvPr>
          <p:cNvSpPr txBox="1"/>
          <p:nvPr/>
        </p:nvSpPr>
        <p:spPr>
          <a:xfrm>
            <a:off x="1180444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/>
              <a:t>Tools &amp; Technologies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281D76-D098-2E8B-2BA8-9709BC4C8DA3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8C36AEC-6261-BE10-32F8-54B4DB7737DD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E59306C-16D9-7821-7A5F-2073B4078566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DBD2D5C-C6D1-769B-5974-5806BB1499E4}"/>
              </a:ext>
            </a:extLst>
          </p:cNvPr>
          <p:cNvSpPr txBox="1"/>
          <p:nvPr/>
        </p:nvSpPr>
        <p:spPr>
          <a:xfrm>
            <a:off x="396241" y="1369150"/>
            <a:ext cx="11385856" cy="18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Software: Python / MATLAB / TensorFlow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Hardware: Arduino / Raspberry Pi / Sensors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Other tools used in the project</a:t>
            </a:r>
          </a:p>
          <a:p>
            <a:pPr>
              <a:lnSpc>
                <a:spcPct val="2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F0ACA74-3033-CBD0-EBD9-C3FAB6F1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636DCE-6850-3706-1E53-D330CB51E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04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4038-EDEA-48A0-BE94-DFD0F39A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5E39D-C17C-0547-F8D7-F6096FF7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3D674-41D8-4EA1-D6AC-5B9A8B761D85}"/>
              </a:ext>
            </a:extLst>
          </p:cNvPr>
          <p:cNvSpPr txBox="1"/>
          <p:nvPr/>
        </p:nvSpPr>
        <p:spPr>
          <a:xfrm>
            <a:off x="1180444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/>
              <a:t>Experimental Setup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B18A85-B1A5-598B-B916-6C5E766A0BB5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CED1E01-C70B-FAAB-D647-AAB962E22EE7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AFE0EEB-5C28-2786-34D8-D4EDCE87C976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7F70217-21A8-CA58-DDAC-46521D489CBA}"/>
              </a:ext>
            </a:extLst>
          </p:cNvPr>
          <p:cNvSpPr txBox="1"/>
          <p:nvPr/>
        </p:nvSpPr>
        <p:spPr>
          <a:xfrm>
            <a:off x="396241" y="1369150"/>
            <a:ext cx="11385856" cy="18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Dataset description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Number of samples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Hardware / simulation environment</a:t>
            </a:r>
          </a:p>
          <a:p>
            <a:pPr>
              <a:lnSpc>
                <a:spcPct val="2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216359EC-3102-8F68-58F2-E4FFA206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A8C519-12A8-34D7-71FF-CDEBCBD18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70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52C41-1074-2883-4738-AE97FEAA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6ACC2-694B-82B6-8632-3C8FD51D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D0367-A764-D9DF-5CE9-41A65E18A3C3}"/>
              </a:ext>
            </a:extLst>
          </p:cNvPr>
          <p:cNvSpPr txBox="1"/>
          <p:nvPr/>
        </p:nvSpPr>
        <p:spPr>
          <a:xfrm>
            <a:off x="1235232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/>
              <a:t>Results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1C24C13-9C5F-CA04-4016-D898B23360EE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A7DAF47-B0A8-4001-C2EA-4D7096EF3F02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6DEDF8-2BE2-FEC2-30BC-D26661D2221D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8DE98D0-7FE5-1386-BCDF-EA749693F03C}"/>
              </a:ext>
            </a:extLst>
          </p:cNvPr>
          <p:cNvSpPr txBox="1"/>
          <p:nvPr/>
        </p:nvSpPr>
        <p:spPr>
          <a:xfrm>
            <a:off x="396241" y="1369150"/>
            <a:ext cx="11385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Initial results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Graphs or performance metrics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Prototype images (if available)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7DF8C31-B7B8-432B-0659-9C8B32CA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A801F8-68C8-B0B6-E87A-DC523D364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7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7FEE9-347A-6032-ECC8-EDE6DA94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C5848-B248-2351-7CC9-2DC5F587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41C26-379A-C842-986F-F02F07FE7DF9}"/>
              </a:ext>
            </a:extLst>
          </p:cNvPr>
          <p:cNvSpPr txBox="1"/>
          <p:nvPr/>
        </p:nvSpPr>
        <p:spPr>
          <a:xfrm>
            <a:off x="1235232" y="430960"/>
            <a:ext cx="9396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/>
              <a:t>Challenges 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B41292-1277-61EF-0626-12780F5B9709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90C3F6E-8C05-4311-C706-DB31B9254C50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EF88D09-53BF-3D11-185B-6D2C9542A36F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FBEAC71-D32E-FC7C-7FD3-DA3B1CB52D71}"/>
              </a:ext>
            </a:extLst>
          </p:cNvPr>
          <p:cNvSpPr txBox="1"/>
          <p:nvPr/>
        </p:nvSpPr>
        <p:spPr>
          <a:xfrm>
            <a:off x="396241" y="1369150"/>
            <a:ext cx="11385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Technical issues faced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Dataset limitations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lang="en-US" dirty="0"/>
              <a:t>Hardware or integration problems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46057C9-8D30-E9BC-3339-4EA0C5B0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6C487E-EA10-0DC5-748B-3D19CF0B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1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B24E1-EFE8-4D6C-A0BF-6C337B6CDBE1}"/>
              </a:ext>
            </a:extLst>
          </p:cNvPr>
          <p:cNvSpPr txBox="1"/>
          <p:nvPr/>
        </p:nvSpPr>
        <p:spPr>
          <a:xfrm>
            <a:off x="1180444" y="430960"/>
            <a:ext cx="90506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Conclusions &amp; Future scope (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 24)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D857B-6114-487D-901F-3BE3414CF24C}"/>
              </a:ext>
            </a:extLst>
          </p:cNvPr>
          <p:cNvGrpSpPr/>
          <p:nvPr/>
        </p:nvGrpSpPr>
        <p:grpSpPr>
          <a:xfrm>
            <a:off x="264160" y="1015735"/>
            <a:ext cx="11684000" cy="45719"/>
            <a:chOff x="680720" y="1391920"/>
            <a:chExt cx="10922000" cy="4064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4BCFDA0-1B03-47DF-AE91-84DA533C967E}"/>
                </a:ext>
              </a:extLst>
            </p:cNvPr>
            <p:cNvCxnSpPr/>
            <p:nvPr/>
          </p:nvCxnSpPr>
          <p:spPr>
            <a:xfrm>
              <a:off x="680720" y="1391920"/>
              <a:ext cx="109016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F5372F-8F94-452E-A69C-686724A91017}"/>
                </a:ext>
              </a:extLst>
            </p:cNvPr>
            <p:cNvCxnSpPr/>
            <p:nvPr/>
          </p:nvCxnSpPr>
          <p:spPr>
            <a:xfrm>
              <a:off x="701040" y="1432560"/>
              <a:ext cx="109016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6DDDB2C-2E5E-4C7E-AC6C-BFBF3AB412CF}"/>
              </a:ext>
            </a:extLst>
          </p:cNvPr>
          <p:cNvSpPr txBox="1"/>
          <p:nvPr/>
        </p:nvSpPr>
        <p:spPr>
          <a:xfrm>
            <a:off x="264161" y="1369150"/>
            <a:ext cx="11517936" cy="277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work completed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or impact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remaining before final evaluation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planned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489F61D-C92D-4CFA-BCB0-7AC343B2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DE6EB8-B0AB-4FE0-A649-00E345ACC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9" y="44663"/>
            <a:ext cx="971072" cy="9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7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12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72286" y="1765381"/>
            <a:ext cx="1119892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R. L. Siegel, K. D. Miller, H. E. Fuchs, and A. Jemal, “Cancer statistics, 2021,” CA: a cancer journal for clinicians, vol. 71, no. 1, pp. 7–33, 2021.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W. H. Organization, “Annual report,” WHO, 2021.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NBCC, “Breast cancer facts and figures,” January 2021.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X. Zhou, C. Li, M. M.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Rahaman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Y. Yao, S. Ai, C. Sun, Q. Wang, Y. Zhang, M. Li, X. Li et al., “A comprehensive review for breast histopathology image analysis using classical and deep neural networks,” 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IEEE Access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vol. 8, pp. 90 931–90 956, 2020.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30923-775B-4C23-911A-F794CB817EC5}"/>
              </a:ext>
            </a:extLst>
          </p:cNvPr>
          <p:cNvSpPr txBox="1"/>
          <p:nvPr/>
        </p:nvSpPr>
        <p:spPr>
          <a:xfrm>
            <a:off x="1141941" y="172292"/>
            <a:ext cx="111591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References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:</a:t>
            </a:r>
            <a:endParaRPr lang="en-US" sz="2800" dirty="0"/>
          </a:p>
          <a:p>
            <a:pPr marL="228600" marR="0" lvl="0" indent="-76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  <a:tab pos="457200" algn="l"/>
              </a:tabLst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Times New Roman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B13AAB-5FA3-4E7E-B8DD-DD0286BB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00" y="901232"/>
            <a:ext cx="11565114" cy="164606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3710AE7D-6F6B-481B-BAF2-186D0C30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96D429-9211-43C3-BFD1-63D7E7031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86" y="-70039"/>
            <a:ext cx="971072" cy="971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8D728C-2298-42C4-01D2-74AB5EB5DC90}"/>
              </a:ext>
            </a:extLst>
          </p:cNvPr>
          <p:cNvSpPr txBox="1"/>
          <p:nvPr/>
        </p:nvSpPr>
        <p:spPr>
          <a:xfrm>
            <a:off x="363220" y="1261969"/>
            <a:ext cx="10060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Use IEEE citation format, Include journals, conferences, or books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59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FAF6A-4925-4D1E-8078-ECEA64474517}" type="slidenum">
              <a:rPr lang="en-IN" smtClean="0"/>
              <a:t>13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4088859" y="1896636"/>
            <a:ext cx="3294434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endParaRPr lang="en-US" sz="4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Times New Roman"/>
            </a:endParaRPr>
          </a:p>
          <a:p>
            <a:r>
              <a:rPr 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Times New Roman"/>
              </a:rPr>
              <a:t> Thank </a:t>
            </a:r>
          </a:p>
          <a:p>
            <a:r>
              <a:rPr lang="en-US" sz="4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Times New Roman"/>
              </a:rPr>
              <a:t>		You</a:t>
            </a:r>
            <a:endParaRPr lang="en-US" sz="4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4949C26-9139-44BC-96A0-A9F2DE340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7014"/>
            <a:ext cx="12192000" cy="389106"/>
          </a:xfrm>
          <a:solidFill>
            <a:srgbClr val="820019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Science, Amruta Vishwa Vidyapeetham, Delhi NCR, Faridabad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75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Sakshi Ahuja</dc:creator>
  <cp:lastModifiedBy>Sakshi Ahuja</cp:lastModifiedBy>
  <cp:revision>1</cp:revision>
  <dcterms:modified xsi:type="dcterms:W3CDTF">2026-03-18T05:06:21Z</dcterms:modified>
</cp:coreProperties>
</file>